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Monitoring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MONITORING SYSTEM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Server Monitoring with Prometheus &amp; Grafana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840480"/>
            <a:ext cx="457200" cy="4572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840480"/>
            <a:ext cx="457200" cy="45720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3840480"/>
            <a:ext cx="457200" cy="4572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5760720" y="3200400"/>
            <a:ext cx="2926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6"/>
          <p:cNvSpPr/>
          <p:nvPr/>
        </p:nvSpPr>
        <p:spPr>
          <a:xfrm>
            <a:off x="5760720" y="3200400"/>
            <a:ext cx="292608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589788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Info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576072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172.31.3.177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576072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RHEL 9 | v3.1 | Author: Aykhan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68680"/>
            <a:ext cx="91440" cy="109728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Metrics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JSON → Grafana updates in 30s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154680" y="868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54680" y="868680"/>
            <a:ext cx="91440" cy="1097280"/>
          </a:xfrm>
          <a:prstGeom prst="rect">
            <a:avLst/>
          </a:prstGeom>
          <a:solidFill>
            <a:srgbClr val="3274D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0972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4048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3375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15-second scrape intervals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35040" y="868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35040" y="868680"/>
            <a:ext cx="91440" cy="109728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97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084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2179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pre-configured alert rules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21031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74320" y="2103120"/>
            <a:ext cx="91440" cy="1097280"/>
          </a:xfrm>
          <a:prstGeom prst="rect">
            <a:avLst/>
          </a:prstGeom>
          <a:solidFill>
            <a:srgbClr val="56A64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33172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Track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savings &amp; CO2 metrics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154680" y="21031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154680" y="2103120"/>
            <a:ext cx="91440" cy="1097280"/>
          </a:xfrm>
          <a:prstGeom prst="rect">
            <a:avLst/>
          </a:prstGeom>
          <a:solidFill>
            <a:srgbClr val="8F3BB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233172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4048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33375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service monitoring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035040" y="21031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035040" y="2103120"/>
            <a:ext cx="91440" cy="1097280"/>
          </a:xfrm>
          <a:prstGeom prst="rect">
            <a:avLst/>
          </a:prstGeom>
          <a:solidFill>
            <a:srgbClr val="56A64B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33172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2084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21792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licensing, no vendor lock-in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274320" y="3429000"/>
            <a:ext cx="859536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411480" y="35021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Statistics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54864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39" name="Text 30"/>
          <p:cNvSpPr/>
          <p:nvPr/>
        </p:nvSpPr>
        <p:spPr>
          <a:xfrm>
            <a:off x="54864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Exporters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269748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02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41" name="Text 32"/>
          <p:cNvSpPr/>
          <p:nvPr/>
        </p:nvSpPr>
        <p:spPr>
          <a:xfrm>
            <a:off x="269748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Rules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484632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56A6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30s</a:t>
            </a:r>
            <a:endParaRPr lang="en-US" sz="3600" dirty="0"/>
          </a:p>
        </p:txBody>
      </p:sp>
      <p:sp>
        <p:nvSpPr>
          <p:cNvPr id="43" name="Text 34"/>
          <p:cNvSpPr/>
          <p:nvPr/>
        </p:nvSpPr>
        <p:spPr>
          <a:xfrm>
            <a:off x="48463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Time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699516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274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15s</a:t>
            </a:r>
            <a:endParaRPr lang="en-US" sz="3600" dirty="0"/>
          </a:p>
        </p:txBody>
      </p:sp>
      <p:sp>
        <p:nvSpPr>
          <p:cNvPr id="45" name="Text 36"/>
          <p:cNvSpPr/>
          <p:nvPr/>
        </p:nvSpPr>
        <p:spPr>
          <a:xfrm>
            <a:off x="699516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1828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68680"/>
            <a:ext cx="1828800" cy="411480"/>
          </a:xfrm>
          <a:prstGeom prst="rect">
            <a:avLst/>
          </a:prstGeom>
          <a:solidFill>
            <a:srgbClr val="3274D9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metrics.json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Metrics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Status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77440" y="86868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77440" y="868680"/>
            <a:ext cx="2011680" cy="411480"/>
          </a:xfrm>
          <a:prstGeom prst="rect">
            <a:avLst/>
          </a:prstGeom>
          <a:solidFill>
            <a:srgbClr val="8F3BB8"/>
          </a:solidFill>
          <a:ln/>
        </p:spPr>
      </p:sp>
      <p:sp>
        <p:nvSpPr>
          <p:cNvPr id="13" name="Text 10"/>
          <p:cNvSpPr/>
          <p:nvPr/>
        </p:nvSpPr>
        <p:spPr>
          <a:xfrm>
            <a:off x="237744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688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:9101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:9100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:9102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86868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868680"/>
            <a:ext cx="2011680" cy="411480"/>
          </a:xfrm>
          <a:prstGeom prst="rect">
            <a:avLst/>
          </a:prstGeom>
          <a:solidFill>
            <a:srgbClr val="E02F44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48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DB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 Scrapes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Port: 9090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4944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49440" y="868680"/>
            <a:ext cx="1920240" cy="41148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0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4088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0408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408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Port: 3000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0116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600"/>
                </a:solidFill>
              </a:rPr>
              <a:t>→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43434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600"/>
                </a:solidFill>
              </a:rPr>
              <a:t>→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66294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600"/>
                </a:solidFill>
              </a:rPr>
              <a:t>→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274320" y="3200400"/>
            <a:ext cx="8595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3273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Pipeline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3657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Edit metrics.json with new KPI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Metrics Exporter reads file (every 10 seconds)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Prometheus scrapes exporters (every 15 seconds)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Grafana queries Prometheus and updates dashboards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0" y="3703320"/>
            <a:ext cx="228600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56A64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6A6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 sec</a:t>
            </a:r>
            <a:endParaRPr lang="en-US" sz="2800" dirty="0"/>
          </a:p>
        </p:txBody>
      </p:sp>
      <p:sp>
        <p:nvSpPr>
          <p:cNvPr id="38" name="Text 35"/>
          <p:cNvSpPr/>
          <p:nvPr/>
        </p:nvSpPr>
        <p:spPr>
          <a:xfrm>
            <a:off x="64008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Update 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2F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DASHBOARD - BEFORE OPTIMIZATION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589520" y="256032"/>
            <a:ext cx="1280160" cy="365760"/>
          </a:xfrm>
          <a:prstGeom prst="rect">
            <a:avLst/>
          </a:prstGeom>
          <a:solidFill>
            <a:srgbClr val="E02F44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301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22960"/>
            <a:ext cx="1645920" cy="320040"/>
          </a:xfrm>
          <a:prstGeom prst="rect">
            <a:avLst/>
          </a:prstGeom>
          <a:solidFill>
            <a:srgbClr val="E02F44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" y="1280160"/>
            <a:ext cx="1005840" cy="1005840"/>
          </a:xfrm>
          <a:prstGeom prst="ellipse">
            <a:avLst/>
          </a:prstGeom>
          <a:solidFill>
            <a:srgbClr val="FFEBEE"/>
          </a:solidFill>
          <a:ln w="63500">
            <a:solidFill>
              <a:srgbClr val="E02F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2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2,500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74320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kWh/month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029968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29968" y="822960"/>
            <a:ext cx="1645920" cy="320040"/>
          </a:xfrm>
          <a:prstGeom prst="rect">
            <a:avLst/>
          </a:prstGeom>
          <a:solidFill>
            <a:srgbClr val="E02F44"/>
          </a:solidFill>
          <a:ln/>
        </p:spPr>
      </p:sp>
      <p:sp>
        <p:nvSpPr>
          <p:cNvPr id="15" name="Text 12"/>
          <p:cNvSpPr/>
          <p:nvPr/>
        </p:nvSpPr>
        <p:spPr>
          <a:xfrm>
            <a:off x="2029968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350008" y="1280160"/>
            <a:ext cx="1005840" cy="1005840"/>
          </a:xfrm>
          <a:prstGeom prst="ellipse">
            <a:avLst/>
          </a:prstGeom>
          <a:solidFill>
            <a:srgbClr val="FFEBEE"/>
          </a:solidFill>
          <a:ln w="63500">
            <a:solidFill>
              <a:srgbClr val="E02F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29968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2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029968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AZN/month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822960"/>
            <a:ext cx="1645920" cy="320040"/>
          </a:xfrm>
          <a:prstGeom prst="rect">
            <a:avLst/>
          </a:prstGeom>
          <a:solidFill>
            <a:srgbClr val="E02F44"/>
          </a:solidFill>
          <a:ln/>
        </p:spPr>
      </p:sp>
      <p:sp>
        <p:nvSpPr>
          <p:cNvPr id="21" name="Text 18"/>
          <p:cNvSpPr/>
          <p:nvPr/>
        </p:nvSpPr>
        <p:spPr>
          <a:xfrm>
            <a:off x="3785616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05656" y="1280160"/>
            <a:ext cx="1005840" cy="1005840"/>
          </a:xfrm>
          <a:prstGeom prst="ellipse">
            <a:avLst/>
          </a:prstGeom>
          <a:solidFill>
            <a:srgbClr val="FFEBEE"/>
          </a:solidFill>
          <a:ln w="63500">
            <a:solidFill>
              <a:srgbClr val="E02F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85616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2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785616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kg/month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541264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41264" y="822960"/>
            <a:ext cx="1645920" cy="320040"/>
          </a:xfrm>
          <a:prstGeom prst="rect">
            <a:avLst/>
          </a:prstGeom>
          <a:solidFill>
            <a:srgbClr val="E02F44"/>
          </a:solidFill>
          <a:ln/>
        </p:spPr>
      </p:sp>
      <p:sp>
        <p:nvSpPr>
          <p:cNvPr id="27" name="Text 24"/>
          <p:cNvSpPr/>
          <p:nvPr/>
        </p:nvSpPr>
        <p:spPr>
          <a:xfrm>
            <a:off x="5541264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61304" y="1280160"/>
            <a:ext cx="1005840" cy="1005840"/>
          </a:xfrm>
          <a:prstGeom prst="ellipse">
            <a:avLst/>
          </a:prstGeom>
          <a:solidFill>
            <a:srgbClr val="FFEBEE"/>
          </a:solidFill>
          <a:ln w="63500">
            <a:solidFill>
              <a:srgbClr val="E02F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41264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2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541264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96912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296912" y="822960"/>
            <a:ext cx="16459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3" name="Text 30"/>
          <p:cNvSpPr/>
          <p:nvPr/>
        </p:nvSpPr>
        <p:spPr>
          <a:xfrm>
            <a:off x="7296912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616952" y="1280160"/>
            <a:ext cx="1005840" cy="1005840"/>
          </a:xfrm>
          <a:prstGeom prst="ellipse">
            <a:avLst/>
          </a:prstGeom>
          <a:solidFill>
            <a:srgbClr val="FFEBEE"/>
          </a:solidFill>
          <a:ln w="635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96912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7296912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274320" y="2971800"/>
            <a:ext cx="8595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74320" y="2971800"/>
            <a:ext cx="859536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" y="30449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Metrics Summary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11480" y="3429000"/>
            <a:ext cx="832104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456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Energy Consumption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206240" y="3456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2,500 kWh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0" y="34564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11480" y="3721608"/>
            <a:ext cx="83210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502920" y="3749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Electricity Cost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206240" y="3749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AZN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400800" y="37490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11480" y="4014216"/>
            <a:ext cx="832104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9" name="Text 46"/>
          <p:cNvSpPr/>
          <p:nvPr/>
        </p:nvSpPr>
        <p:spPr>
          <a:xfrm>
            <a:off x="502920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Emissions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206240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 kg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400800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411480" y="4306824"/>
            <a:ext cx="83210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502920" y="4334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Reduction Achieved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420624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400800" y="43342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11480" y="4599432"/>
            <a:ext cx="832104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7" name="Text 54"/>
          <p:cNvSpPr/>
          <p:nvPr/>
        </p:nvSpPr>
        <p:spPr>
          <a:xfrm>
            <a:off x="502920" y="4626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206240" y="4626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AZN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6400800" y="4626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2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6A6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DASHBOARD - AFTER OPTIMIZATION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0" y="256032"/>
            <a:ext cx="1554480" cy="36576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301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22960"/>
            <a:ext cx="1645920" cy="32004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" y="1280160"/>
            <a:ext cx="1005840" cy="1005840"/>
          </a:xfrm>
          <a:prstGeom prst="ellipse">
            <a:avLst/>
          </a:prstGeom>
          <a:solidFill>
            <a:srgbClr val="E8F5E9"/>
          </a:solidFill>
          <a:ln w="63500">
            <a:solidFill>
              <a:srgbClr val="56A6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A6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2,125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432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kWh/month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029968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29968" y="822960"/>
            <a:ext cx="1645920" cy="32004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16" name="Text 13"/>
          <p:cNvSpPr/>
          <p:nvPr/>
        </p:nvSpPr>
        <p:spPr>
          <a:xfrm>
            <a:off x="2029968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350008" y="1280160"/>
            <a:ext cx="1005840" cy="1005840"/>
          </a:xfrm>
          <a:prstGeom prst="ellipse">
            <a:avLst/>
          </a:prstGeom>
          <a:solidFill>
            <a:srgbClr val="E8F5E9"/>
          </a:solidFill>
          <a:ln w="63500">
            <a:solidFill>
              <a:srgbClr val="56A6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29968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A6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212.50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029968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29968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AZN/month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785616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85616" y="822960"/>
            <a:ext cx="1645920" cy="32004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23" name="Text 20"/>
          <p:cNvSpPr/>
          <p:nvPr/>
        </p:nvSpPr>
        <p:spPr>
          <a:xfrm>
            <a:off x="3785616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105656" y="1280160"/>
            <a:ext cx="1005840" cy="1005840"/>
          </a:xfrm>
          <a:prstGeom prst="ellipse">
            <a:avLst/>
          </a:prstGeom>
          <a:solidFill>
            <a:srgbClr val="E8F5E9"/>
          </a:solidFill>
          <a:ln w="63500">
            <a:solidFill>
              <a:srgbClr val="56A6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85616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A6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850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785616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785616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kg/month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541264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541264" y="822960"/>
            <a:ext cx="1645920" cy="32004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30" name="Text 27"/>
          <p:cNvSpPr/>
          <p:nvPr/>
        </p:nvSpPr>
        <p:spPr>
          <a:xfrm>
            <a:off x="5541264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61304" y="1280160"/>
            <a:ext cx="1005840" cy="1005840"/>
          </a:xfrm>
          <a:prstGeom prst="ellipse">
            <a:avLst/>
          </a:prstGeom>
          <a:solidFill>
            <a:srgbClr val="E8F5E9"/>
          </a:solidFill>
          <a:ln w="63500">
            <a:solidFill>
              <a:srgbClr val="56A64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A6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541264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541264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296912" y="822960"/>
            <a:ext cx="1645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96912" y="822960"/>
            <a:ext cx="1645920" cy="32004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37" name="Text 34"/>
          <p:cNvSpPr/>
          <p:nvPr/>
        </p:nvSpPr>
        <p:spPr>
          <a:xfrm>
            <a:off x="7296912" y="868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616952" y="1280160"/>
            <a:ext cx="1005840" cy="1005840"/>
          </a:xfrm>
          <a:prstGeom prst="ellipse">
            <a:avLst/>
          </a:prstGeom>
          <a:solidFill>
            <a:srgbClr val="E8F5E9"/>
          </a:solidFill>
          <a:ln w="63500">
            <a:solidFill>
              <a:srgbClr val="56A64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96912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A6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296912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-33%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296912" y="2377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74320" y="2971800"/>
            <a:ext cx="8595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274320" y="2971800"/>
            <a:ext cx="859536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1480" y="30449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Metrics Summary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11480" y="3429000"/>
            <a:ext cx="832104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6" name="Text 43"/>
          <p:cNvSpPr/>
          <p:nvPr/>
        </p:nvSpPr>
        <p:spPr>
          <a:xfrm>
            <a:off x="502920" y="3456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Energy Consumption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206240" y="3456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2,125 kWh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400800" y="34564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375 kWh saved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1480" y="3721608"/>
            <a:ext cx="83210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502920" y="3749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Electricity Cost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206240" y="3749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212.50 AZN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400800" y="37490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37.50 AZN saved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4014216"/>
            <a:ext cx="832104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4" name="Text 51"/>
          <p:cNvSpPr/>
          <p:nvPr/>
        </p:nvSpPr>
        <p:spPr>
          <a:xfrm>
            <a:off x="502920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Emissions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206240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850 kg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400800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150 kg reduced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11480" y="4306824"/>
            <a:ext cx="83210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334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Reduction Achieved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20624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400800" y="43342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20%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11480" y="4599432"/>
            <a:ext cx="8321040" cy="274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2" name="Text 59"/>
          <p:cNvSpPr/>
          <p:nvPr/>
        </p:nvSpPr>
        <p:spPr>
          <a:xfrm>
            <a:off x="502920" y="4626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4206240" y="4626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37.50 AZN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6400800" y="4626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Achieved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CALCULATION FORMULAS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22960"/>
            <a:ext cx="91440" cy="1554480"/>
          </a:xfrm>
          <a:prstGeom prst="rect">
            <a:avLst/>
          </a:prstGeom>
          <a:solidFill>
            <a:srgbClr val="3274D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Reduction 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7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(Baseline - Current) / Baseline × 100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3931920" cy="5029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(2500 - 2125) / 2500 × 100 = 15%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82296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822960"/>
            <a:ext cx="91440" cy="1554480"/>
          </a:xfrm>
          <a:prstGeom prst="rect">
            <a:avLst/>
          </a:prstGeom>
          <a:solidFill>
            <a:srgbClr val="8F3BB8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Consumption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3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× (1 - Reduction% / 100)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92040" y="1737360"/>
            <a:ext cx="3931920" cy="5029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2500 × (1 - 15/100) = 2,125 kWh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251460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514600"/>
            <a:ext cx="91440" cy="155448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 Savings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(Baseline - Current) × Cost per kWh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429000"/>
            <a:ext cx="3931920" cy="5029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(2500 - 2125) × 0.10 = 37.50 AZN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09160" y="251460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514600"/>
            <a:ext cx="91440" cy="155448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Reduction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9204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(Baseline - Current) × CO2 per kWh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92040" y="3429000"/>
            <a:ext cx="3931920" cy="5029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8" name="Text 25"/>
          <p:cNvSpPr/>
          <p:nvPr/>
        </p:nvSpPr>
        <p:spPr>
          <a:xfrm>
            <a:off x="498348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(2500 - 2125) × 0.4 = 150 kg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4320" y="425196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3251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Trees Equivalent = CO2 Reduction (kg) / 21     →     Example: 150 kg / 21 = 7.14 trees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COMPONENTS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8595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8961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Overview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1234440"/>
            <a:ext cx="8321040" cy="3657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280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716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1645920"/>
            <a:ext cx="8321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645920"/>
            <a:ext cx="73152" cy="457200"/>
          </a:xfrm>
          <a:prstGeom prst="rect">
            <a:avLst/>
          </a:prstGeom>
          <a:solidFill>
            <a:srgbClr val="E02F4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2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9090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1907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3736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1148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database, metrics storage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1480" y="2148840"/>
            <a:ext cx="8321040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9" name="Shape 15"/>
          <p:cNvSpPr/>
          <p:nvPr/>
        </p:nvSpPr>
        <p:spPr>
          <a:xfrm>
            <a:off x="411480" y="2148840"/>
            <a:ext cx="73152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2199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1148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dashboards, monitoring UI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11480" y="2651760"/>
            <a:ext cx="8321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411480" y="2651760"/>
            <a:ext cx="73152" cy="457200"/>
          </a:xfrm>
          <a:prstGeom prst="rect">
            <a:avLst/>
          </a:prstGeom>
          <a:solidFill>
            <a:srgbClr val="3274D9"/>
          </a:solidFill>
          <a:ln/>
        </p:spPr>
      </p:sp>
      <p:sp>
        <p:nvSpPr>
          <p:cNvPr id="26" name="Text 21"/>
          <p:cNvSpPr/>
          <p:nvPr/>
        </p:nvSpPr>
        <p:spPr>
          <a:xfrm>
            <a:off x="54864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7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9100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724912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73736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1148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metrics: CPU, Memory, Disk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11480" y="3154680"/>
            <a:ext cx="8321040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1" name="Shape 25"/>
          <p:cNvSpPr/>
          <p:nvPr/>
        </p:nvSpPr>
        <p:spPr>
          <a:xfrm>
            <a:off x="411480" y="3154680"/>
            <a:ext cx="73152" cy="457200"/>
          </a:xfrm>
          <a:prstGeom prst="rect">
            <a:avLst/>
          </a:prstGeom>
          <a:solidFill>
            <a:srgbClr val="8F3BB8"/>
          </a:solidFill>
          <a:ln/>
        </p:spPr>
      </p:sp>
      <p:sp>
        <p:nvSpPr>
          <p:cNvPr id="32" name="Text 26"/>
          <p:cNvSpPr/>
          <p:nvPr/>
        </p:nvSpPr>
        <p:spPr>
          <a:xfrm>
            <a:off x="54864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3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9101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227832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73736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Exporter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1148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KPI metrics from JSON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11480" y="3657600"/>
            <a:ext cx="8321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0"/>
          <p:cNvSpPr/>
          <p:nvPr/>
        </p:nvSpPr>
        <p:spPr>
          <a:xfrm>
            <a:off x="411480" y="3657600"/>
            <a:ext cx="73152" cy="457200"/>
          </a:xfrm>
          <a:prstGeom prst="rect">
            <a:avLst/>
          </a:prstGeom>
          <a:solidFill>
            <a:srgbClr val="33B5E5"/>
          </a:solidFill>
          <a:ln/>
        </p:spPr>
      </p:sp>
      <p:sp>
        <p:nvSpPr>
          <p:cNvPr id="38" name="Text 31"/>
          <p:cNvSpPr/>
          <p:nvPr/>
        </p:nvSpPr>
        <p:spPr>
          <a:xfrm>
            <a:off x="54864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B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9102</a:t>
            </a:r>
            <a:endParaRPr lang="en-US" sz="1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730752"/>
            <a:ext cx="292608" cy="2926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73736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Checker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1148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systemd service status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11480" y="4160520"/>
            <a:ext cx="8321040" cy="457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3" name="Shape 35"/>
          <p:cNvSpPr/>
          <p:nvPr/>
        </p:nvSpPr>
        <p:spPr>
          <a:xfrm>
            <a:off x="411480" y="4160520"/>
            <a:ext cx="73152" cy="45720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44" name="Text 36"/>
          <p:cNvSpPr/>
          <p:nvPr/>
        </p:nvSpPr>
        <p:spPr>
          <a:xfrm>
            <a:off x="54864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9200</a:t>
            </a:r>
            <a:endParaRPr lang="en-US" sz="12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233672"/>
            <a:ext cx="292608" cy="29260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73736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Server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41148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generator (Node.js)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GUIDE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60120"/>
            <a:ext cx="411480" cy="411480"/>
          </a:xfrm>
          <a:prstGeom prst="ellipse">
            <a:avLst/>
          </a:prstGeom>
          <a:solidFill>
            <a:srgbClr val="E02F44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1005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Prometheus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2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prometheus-2.47.0.tar.gz &amp;&amp; tar xvf prometheus-*.tar.gz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09160" y="8229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960120"/>
            <a:ext cx="411480" cy="4114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005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4924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Grafana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install grafana -y &amp;&amp; systemctl enable --now grafana-server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4320" y="21945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2331720"/>
            <a:ext cx="411480" cy="411480"/>
          </a:xfrm>
          <a:prstGeom prst="ellipse">
            <a:avLst/>
          </a:prstGeom>
          <a:solidFill>
            <a:srgbClr val="3274D9"/>
          </a:solidFill>
          <a:ln/>
        </p:spPr>
      </p:sp>
      <p:sp>
        <p:nvSpPr>
          <p:cNvPr id="17" name="Text 14"/>
          <p:cNvSpPr/>
          <p:nvPr/>
        </p:nvSpPr>
        <p:spPr>
          <a:xfrm>
            <a:off x="411480" y="2377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27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node_exporter-1.6.1.tar.gz &amp;&amp; cp node_exporter /usr/local/bin/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09160" y="21945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2331720"/>
            <a:ext cx="411480" cy="411480"/>
          </a:xfrm>
          <a:prstGeom prst="ellipse">
            <a:avLst/>
          </a:prstGeom>
          <a:solidFill>
            <a:srgbClr val="8F3BB8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2377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492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Config Files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4632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3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prometheus.yml /etc/prometheus/ &amp;&amp; cp *.py /opt/monitoring/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35661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3703320"/>
            <a:ext cx="411480" cy="411480"/>
          </a:xfrm>
          <a:prstGeom prst="ellipse">
            <a:avLst/>
          </a:prstGeom>
          <a:solidFill>
            <a:srgbClr val="56A64B"/>
          </a:solidFill>
          <a:ln/>
        </p:spPr>
      </p:sp>
      <p:sp>
        <p:nvSpPr>
          <p:cNvPr id="27" name="Text 24"/>
          <p:cNvSpPr/>
          <p:nvPr/>
        </p:nvSpPr>
        <p:spPr>
          <a:xfrm>
            <a:off x="411480" y="3749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440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Dependencies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1148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pip3 install prometheus_client requests &amp;&amp; npm install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709160" y="3566160"/>
            <a:ext cx="4297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46320" y="3703320"/>
            <a:ext cx="411480" cy="411480"/>
          </a:xfrm>
          <a:prstGeom prst="ellipse">
            <a:avLst/>
          </a:prstGeom>
          <a:solidFill>
            <a:srgbClr val="33B5E5"/>
          </a:solidFill>
          <a:ln/>
        </p:spPr>
      </p:sp>
      <p:sp>
        <p:nvSpPr>
          <p:cNvPr id="32" name="Text 29"/>
          <p:cNvSpPr/>
          <p:nvPr/>
        </p:nvSpPr>
        <p:spPr>
          <a:xfrm>
            <a:off x="4846320" y="3749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34924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Services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4632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B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enable --now prometheus grafana-server metrics-exporter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Firewall: firewall-cmd --add-port={9090,3000,9100,9101,9102}/tcp --permanent &amp;&amp; firewall-cmd --reload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416052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8961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URLs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UI: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031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http://172.31.3.177:9090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Dashboard: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0312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http://172.31.3.177:3000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Status: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031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http://172.31.3.177:9090/targets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Alerts: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10312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http://172.31.3.177:9090/alerts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0" y="822960"/>
            <a:ext cx="4297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896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Commands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7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systemctl restart prometheus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7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journalctl -u prometheus -f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488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7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localhost:9101/metrics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488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7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localhost:9090/-/reload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3063240"/>
            <a:ext cx="8595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31363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Summary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5204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520440"/>
            <a:ext cx="73152" cy="502920"/>
          </a:xfrm>
          <a:prstGeom prst="rect">
            <a:avLst/>
          </a:prstGeom>
          <a:solidFill>
            <a:srgbClr val="E02F44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3630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2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9090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71600" y="3648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91840" y="35204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91840" y="3520440"/>
            <a:ext cx="73152" cy="5029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2" name="Text 29"/>
          <p:cNvSpPr/>
          <p:nvPr/>
        </p:nvSpPr>
        <p:spPr>
          <a:xfrm>
            <a:off x="3429000" y="3630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206240" y="3648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126480" y="35204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26480" y="3520440"/>
            <a:ext cx="73152" cy="502920"/>
          </a:xfrm>
          <a:prstGeom prst="rect">
            <a:avLst/>
          </a:prstGeom>
          <a:solidFill>
            <a:srgbClr val="3274D9"/>
          </a:solidFill>
          <a:ln/>
        </p:spPr>
      </p:sp>
      <p:sp>
        <p:nvSpPr>
          <p:cNvPr id="36" name="Text 33"/>
          <p:cNvSpPr/>
          <p:nvPr/>
        </p:nvSpPr>
        <p:spPr>
          <a:xfrm>
            <a:off x="6263640" y="3630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7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9100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040880" y="3648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" y="4160520"/>
            <a:ext cx="73152" cy="502920"/>
          </a:xfrm>
          <a:prstGeom prst="rect">
            <a:avLst/>
          </a:prstGeom>
          <a:solidFill>
            <a:srgbClr val="8F3BB8"/>
          </a:solidFill>
          <a:ln/>
        </p:spPr>
      </p:sp>
      <p:sp>
        <p:nvSpPr>
          <p:cNvPr id="40" name="Text 37"/>
          <p:cNvSpPr/>
          <p:nvPr/>
        </p:nvSpPr>
        <p:spPr>
          <a:xfrm>
            <a:off x="594360" y="4270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3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9101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1371600" y="4288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Exporter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291840" y="4160520"/>
            <a:ext cx="73152" cy="502920"/>
          </a:xfrm>
          <a:prstGeom prst="rect">
            <a:avLst/>
          </a:prstGeom>
          <a:solidFill>
            <a:srgbClr val="33B5E5"/>
          </a:solidFill>
          <a:ln/>
        </p:spPr>
      </p:sp>
      <p:sp>
        <p:nvSpPr>
          <p:cNvPr id="44" name="Text 41"/>
          <p:cNvSpPr/>
          <p:nvPr/>
        </p:nvSpPr>
        <p:spPr>
          <a:xfrm>
            <a:off x="3429000" y="4270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9102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4206240" y="4288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Checker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126480" y="4160520"/>
            <a:ext cx="73152" cy="502920"/>
          </a:xfrm>
          <a:prstGeom prst="rect">
            <a:avLst/>
          </a:prstGeom>
          <a:solidFill>
            <a:srgbClr val="56A64B"/>
          </a:solidFill>
          <a:ln/>
        </p:spPr>
      </p:sp>
      <p:sp>
        <p:nvSpPr>
          <p:cNvPr id="48" name="Text 45"/>
          <p:cNvSpPr/>
          <p:nvPr/>
        </p:nvSpPr>
        <p:spPr>
          <a:xfrm>
            <a:off x="6263640" y="4270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A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9200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7040880" y="4288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Server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2328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2926080"/>
            <a:ext cx="4572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0" y="2926080"/>
            <a:ext cx="4572000" cy="365760"/>
          </a:xfrm>
          <a:prstGeom prst="rect">
            <a:avLst/>
          </a:prstGeom>
          <a:solidFill>
            <a:srgbClr val="FAFBFC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2999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3383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Author: Aykhan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Server: 172.31.3.177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 3.1 | RHEL 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3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Prometheus • Grafana • Python • Node.js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4572000"/>
            <a:ext cx="411480" cy="41148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4572000"/>
            <a:ext cx="411480" cy="41148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572000"/>
            <a:ext cx="411480" cy="41148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572000"/>
            <a:ext cx="411480" cy="4114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66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Monitoring System - Light Theme</dc:title>
  <dc:subject>Prometheus &amp; Grafana Monitoring Solution</dc:subject>
  <dc:creator>Aykhan</dc:creator>
  <cp:lastModifiedBy>Aykhan</cp:lastModifiedBy>
  <cp:revision>1</cp:revision>
  <dcterms:created xsi:type="dcterms:W3CDTF">2026-02-10T14:34:27Z</dcterms:created>
  <dcterms:modified xsi:type="dcterms:W3CDTF">2026-02-10T14:34:27Z</dcterms:modified>
</cp:coreProperties>
</file>